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3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9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8" name="Google Shape;128;p3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6" name="Google Shape;136;p3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7" name="Google Shape;137;p3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1" name="Google Shape;141;p3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2" name="Google Shape;142;p35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6" name="Google Shape;146;p36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7" name="Google Shape;147;p36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7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1" name="Google Shape;151;p37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5" name="Google Shape;155;p3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6" name="Google Shape;156;p3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7" name="Google Shape;157;p38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9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1" name="Google Shape;161;p39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2" name="Google Shape;162;p39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3" name="Google Shape;163;p39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4" name="Google Shape;164;p39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5" name="Google Shape;165;p39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42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4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44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2" name="Google Shape;182;p4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6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0" name="Google Shape;190;p4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1" name="Google Shape;191;p47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5" name="Google Shape;195;p4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6" name="Google Shape;196;p48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0" name="Google Shape;200;p4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1" name="Google Shape;201;p49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0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5" name="Google Shape;205;p50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5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9" name="Google Shape;209;p5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0" name="Google Shape;210;p5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1" name="Google Shape;211;p51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52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5" name="Google Shape;215;p52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6" name="Google Shape;216;p52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7" name="Google Shape;217;p52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8" name="Google Shape;218;p52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9" name="Google Shape;219;p52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7"/>
          <p:cNvSpPr txBox="1"/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5" name="Google Shape;115;p27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6" name="Google Shape;116;p27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" name="Google Shape;117;p27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0"/>
          <p:cNvSpPr txBox="1"/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8" name="Google Shape;168;p40"/>
          <p:cNvSpPr txBox="1"/>
          <p:nvPr>
            <p:ph idx="2" type="title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9" name="Google Shape;169;p40"/>
          <p:cNvSpPr txBox="1"/>
          <p:nvPr>
            <p:ph idx="10"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0" name="Google Shape;170;p40"/>
          <p:cNvSpPr txBox="1"/>
          <p:nvPr>
            <p:ph idx="11"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1" name="Google Shape;171;p40"/>
          <p:cNvSpPr txBox="1"/>
          <p:nvPr>
            <p:ph idx="12"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3"/>
          <p:cNvSpPr/>
          <p:nvPr/>
        </p:nvSpPr>
        <p:spPr>
          <a:xfrm>
            <a:off x="1440" y="0"/>
            <a:ext cx="12188880" cy="6858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</p:sp>
      <p:pic>
        <p:nvPicPr>
          <p:cNvPr id="225" name="Google Shape;225;p53"/>
          <p:cNvPicPr preferRelativeResize="0"/>
          <p:nvPr/>
        </p:nvPicPr>
        <p:blipFill rotWithShape="1">
          <a:blip r:embed="rId3">
            <a:alphaModFix/>
          </a:blip>
          <a:srcRect b="0" l="0" r="1315" t="0"/>
          <a:stretch/>
        </p:blipFill>
        <p:spPr>
          <a:xfrm>
            <a:off x="9000" y="1440"/>
            <a:ext cx="12192120" cy="6856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5"/>
          <p:cNvPicPr preferRelativeResize="0"/>
          <p:nvPr/>
        </p:nvPicPr>
        <p:blipFill rotWithShape="1">
          <a:blip r:embed="rId3">
            <a:alphaModFix/>
          </a:blip>
          <a:srcRect b="0" l="0" r="1334" t="0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56"/>
          <p:cNvPicPr preferRelativeResize="0"/>
          <p:nvPr/>
        </p:nvPicPr>
        <p:blipFill rotWithShape="1">
          <a:blip r:embed="rId3">
            <a:alphaModFix/>
          </a:blip>
          <a:srcRect b="884" l="0" r="0" t="0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58"/>
          <p:cNvPicPr preferRelativeResize="0"/>
          <p:nvPr/>
        </p:nvPicPr>
        <p:blipFill rotWithShape="1">
          <a:blip r:embed="rId3">
            <a:alphaModFix/>
          </a:blip>
          <a:srcRect b="1744" l="0" r="0" t="0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59"/>
          <p:cNvPicPr preferRelativeResize="0"/>
          <p:nvPr/>
        </p:nvPicPr>
        <p:blipFill rotWithShape="1">
          <a:blip r:embed="rId3">
            <a:alphaModFix/>
          </a:blip>
          <a:srcRect b="446" l="0" r="0" t="0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